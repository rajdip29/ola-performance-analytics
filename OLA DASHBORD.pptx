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
  </p:notesMasterIdLst>
  <p:sldIdLst>
    <p:sldId id="257" r:id="rId2"/>
    <p:sldId id="258" r:id="rId3"/>
    <p:sldId id="259" r:id="rId4"/>
    <p:sldId id="260"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0" autoAdjust="0"/>
    <p:restoredTop sz="86410" autoAdjust="0"/>
  </p:normalViewPr>
  <p:slideViewPr>
    <p:cSldViewPr snapToGrid="0" snapToObjects="1">
      <p:cViewPr varScale="1">
        <p:scale>
          <a:sx n="71" d="100"/>
          <a:sy n="71" d="100"/>
        </p:scale>
        <p:origin x="235" y="5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51A35E-44AE-41D9-841A-F912DFC919BC}" type="datetimeFigureOut">
              <a:rPr lang="en-IN" smtClean="0"/>
              <a:t>15-11-2025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E44BF8-46F2-4B65-A135-795DEDE22C74}" type="slidenum">
              <a:rPr lang="en-IN" smtClean="0"/>
              <a:t>‹#›</a:t>
            </a:fld>
            <a:endParaRPr lang="en-IN"/>
          </a:p>
        </p:txBody>
      </p:sp>
    </p:spTree>
    <p:extLst>
      <p:ext uri="{BB962C8B-B14F-4D97-AF65-F5344CB8AC3E}">
        <p14:creationId xmlns:p14="http://schemas.microsoft.com/office/powerpoint/2010/main" val="20921618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Ride Volume Over Time</a:t>
            </a:r>
            <a:endParaRPr dirty="0"/>
          </a:p>
          <a:p>
            <a:r>
              <a:rPr b="0" dirty="0"/>
              <a:t>No alt text provided</a:t>
            </a:r>
            <a:endParaRPr dirty="0"/>
          </a:p>
          <a:p>
            <a:endParaRPr dirty="0"/>
          </a:p>
          <a:p>
            <a:r>
              <a:rPr b="1" dirty="0"/>
              <a:t>Booking Status Breakdown</a:t>
            </a:r>
            <a:endParaRPr dirty="0"/>
          </a:p>
          <a:p>
            <a:r>
              <a:rPr b="0" dirty="0"/>
              <a:t>No alt text provided</a:t>
            </a:r>
            <a:endParaRPr dirty="0"/>
          </a:p>
          <a:p>
            <a:endParaRPr dirty="0"/>
          </a:p>
          <a:p>
            <a:r>
              <a:rPr b="1" dirty="0"/>
              <a:t>Date</a:t>
            </a:r>
            <a:endParaRPr dirty="0"/>
          </a:p>
          <a:p>
            <a:r>
              <a:rPr b="0" dirty="0"/>
              <a:t>No alt text provided</a:t>
            </a:r>
            <a:endParaRPr dirty="0"/>
          </a:p>
          <a:p>
            <a:endParaRPr dirty="0"/>
          </a:p>
          <a:p>
            <a:r>
              <a:rPr b="1" dirty="0"/>
              <a:t>Total Bookings</a:t>
            </a:r>
            <a:endParaRPr dirty="0"/>
          </a:p>
          <a:p>
            <a:r>
              <a:rPr b="0" dirty="0"/>
              <a:t>No alt text provided</a:t>
            </a:r>
            <a:endParaRPr dirty="0"/>
          </a:p>
          <a:p>
            <a:endParaRPr dirty="0"/>
          </a:p>
          <a:p>
            <a:r>
              <a:rPr b="1" dirty="0"/>
              <a:t>Total Bookings Value</a:t>
            </a:r>
            <a:endParaRPr dirty="0"/>
          </a:p>
          <a:p>
            <a:r>
              <a:rPr b="0" dirty="0"/>
              <a:t>No alt text provided</a:t>
            </a:r>
            <a:endParaRPr dirty="0"/>
          </a:p>
          <a:p>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Revenue By Payment Method </a:t>
            </a:r>
            <a:endParaRPr dirty="0"/>
          </a:p>
          <a:p>
            <a:r>
              <a:rPr b="0" dirty="0"/>
              <a:t>No alt text provided</a:t>
            </a:r>
            <a:endParaRPr dirty="0"/>
          </a:p>
          <a:p>
            <a:endParaRPr dirty="0"/>
          </a:p>
          <a:p>
            <a:r>
              <a:rPr b="1" dirty="0"/>
              <a:t>Ride  Distance Distribution Per Day</a:t>
            </a:r>
            <a:endParaRPr dirty="0"/>
          </a:p>
          <a:p>
            <a:r>
              <a:rPr b="0" dirty="0"/>
              <a:t>No alt text provided</a:t>
            </a:r>
            <a:endParaRPr dirty="0"/>
          </a:p>
          <a:p>
            <a:endParaRPr dirty="0"/>
          </a:p>
          <a:p>
            <a:r>
              <a:rPr b="1" dirty="0"/>
              <a:t>slicer</a:t>
            </a:r>
            <a:endParaRPr dirty="0"/>
          </a:p>
          <a:p>
            <a:r>
              <a:rPr b="0" dirty="0"/>
              <a:t>No alt text provided</a:t>
            </a:r>
            <a:endParaRPr dirty="0"/>
          </a:p>
          <a:p>
            <a:endParaRPr dirty="0"/>
          </a:p>
          <a:p>
            <a:r>
              <a:rPr b="1" dirty="0"/>
              <a:t>Top 50 Customer</a:t>
            </a:r>
            <a:endParaRPr dirty="0"/>
          </a:p>
          <a:p>
            <a:r>
              <a:rPr b="0" dirty="0"/>
              <a:t>No alt text provided</a:t>
            </a:r>
            <a:endParaRPr dirty="0"/>
          </a:p>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Canceled Rides By Customer</a:t>
            </a:r>
            <a:endParaRPr dirty="0"/>
          </a:p>
          <a:p>
            <a:r>
              <a:rPr b="0" dirty="0"/>
              <a:t>No alt text provided</a:t>
            </a:r>
            <a:endParaRPr dirty="0"/>
          </a:p>
          <a:p>
            <a:endParaRPr dirty="0"/>
          </a:p>
          <a:p>
            <a:r>
              <a:rPr b="1" dirty="0"/>
              <a:t>Canceled Rides By Driver</a:t>
            </a:r>
            <a:endParaRPr dirty="0"/>
          </a:p>
          <a:p>
            <a:r>
              <a:rPr b="0" dirty="0"/>
              <a:t>No alt text provided</a:t>
            </a:r>
            <a:endParaRPr dirty="0"/>
          </a:p>
          <a:p>
            <a:endParaRPr dirty="0"/>
          </a:p>
          <a:p>
            <a:r>
              <a:rPr b="1" dirty="0"/>
              <a:t>Total_Bookings</a:t>
            </a:r>
            <a:endParaRPr dirty="0"/>
          </a:p>
          <a:p>
            <a:r>
              <a:rPr b="0" dirty="0"/>
              <a:t>No alt text provided</a:t>
            </a:r>
            <a:endParaRPr dirty="0"/>
          </a:p>
          <a:p>
            <a:endParaRPr dirty="0"/>
          </a:p>
          <a:p>
            <a:r>
              <a:rPr b="1" dirty="0"/>
              <a:t>Succeeded Bookings</a:t>
            </a:r>
            <a:endParaRPr dirty="0"/>
          </a:p>
          <a:p>
            <a:r>
              <a:rPr b="0" dirty="0"/>
              <a:t>No alt text provided</a:t>
            </a:r>
            <a:endParaRPr dirty="0"/>
          </a:p>
          <a:p>
            <a:endParaRPr dirty="0"/>
          </a:p>
          <a:p>
            <a:r>
              <a:rPr b="1" dirty="0"/>
              <a:t>Cancelled Bookings</a:t>
            </a:r>
            <a:endParaRPr dirty="0"/>
          </a:p>
          <a:p>
            <a:r>
              <a:rPr b="0" dirty="0"/>
              <a:t>No alt text provided</a:t>
            </a:r>
            <a:endParaRPr dirty="0"/>
          </a:p>
          <a:p>
            <a:endParaRPr dirty="0"/>
          </a:p>
          <a:p>
            <a:r>
              <a:rPr b="1" dirty="0"/>
              <a:t>Cancellation Rate</a:t>
            </a:r>
            <a:endParaRPr dirty="0"/>
          </a:p>
          <a:p>
            <a:r>
              <a:rPr b="0" dirty="0"/>
              <a:t>No alt text provided</a:t>
            </a:r>
            <a:endParaRPr dirty="0"/>
          </a:p>
          <a:p>
            <a:endParaRPr dirty="0"/>
          </a:p>
          <a:p>
            <a:r>
              <a:rPr b="1" dirty="0"/>
              <a:t>Date</a:t>
            </a:r>
            <a:endParaRPr dirty="0"/>
          </a:p>
          <a:p>
            <a:r>
              <a:rPr b="0" dirty="0"/>
              <a:t>No alt text provided</a:t>
            </a:r>
            <a:endParaRPr dirty="0"/>
          </a:p>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actionButton</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card</a:t>
            </a:r>
            <a:endParaRPr dirty="0"/>
          </a:p>
          <a:p>
            <a:r>
              <a:rPr b="0" dirty="0"/>
              <a:t>No alt text provided</a:t>
            </a:r>
            <a:endParaRPr dirty="0"/>
          </a:p>
          <a:p>
            <a:endParaRPr dirty="0"/>
          </a:p>
          <a:p>
            <a:r>
              <a:rPr b="1" dirty="0"/>
              <a:t>slicer</a:t>
            </a:r>
            <a:endParaRPr dirty="0"/>
          </a:p>
          <a:p>
            <a:r>
              <a:rPr b="0" dirty="0"/>
              <a:t>No alt text provided</a:t>
            </a:r>
            <a:endParaRPr dirty="0"/>
          </a:p>
          <a:p>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app.powerbi.com/groups/me/reports/42b39dc6-1c80-4010-b01f-6c3a5a47e269/?pbi_source=PowerPoint" TargetMode="External"/><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42b39dc6-1c80-4010-b01f-6c3a5a47e269/?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42b39dc6-1c80-4010-b01f-6c3a5a47e269/?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42b39dc6-1c80-4010-b01f-6c3a5a47e269/?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42b39dc6-1c80-4010-b01f-6c3a5a47e269/?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actionButton ,actionButton ,actionButton ,Ride Volume Over Time ,Booking Status Breakdown ,Date ,Total Bookings ,Total Bookings Valu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Slide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actionButton ,actionButton ,card ,card ,card ,card ,card ,card ,card ,card ,card ,card ,card ,card ,card ,card ,card ,card ,card ,card ,card ,card ,card ,card ,card ,card ,card ,card ,card ,card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Slide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actionButton ,actionButton ,Revenue By Payment Method  ,Ride  Distance Distribution Per Day ,slicer ,Top 50 Custom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Slide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actionButton ,actionButton ,Canceled Rides By Customer ,Canceled Rides By Driver ,Total_Bookings ,Succeeded Bookings ,Cancelled Bookings ,Cancellation Rate ,Date.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Slide 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actionButton ,actionButton ,actionButton ,actionButton ,card ,card ,card ,card ,card ,card ,card ,card ,card ,card ,card ,card ,card ,card ,slicer. Please refer to the notes on this slide for details">
            <a:hlinkClick r:id="rId3"/>
          </p:cNvPr>
          <p:cNvPicPr>
            <a:picLocks noChangeAspect="1"/>
          </p:cNvPicPr>
          <p:nvPr/>
        </p:nvPicPr>
        <p:blipFill>
          <a:blip r:embed="rId4"/>
          <a:stretch>
            <a:fillRect/>
          </a:stretch>
        </p:blipFill>
        <p:spPr>
          <a:xfrm>
            <a:off x="76200" y="0"/>
            <a:ext cx="12020550" cy="6858000"/>
          </a:xfrm>
          <a:prstGeom prst="rect">
            <a:avLst/>
          </a:prstGeom>
          <a:noFill/>
        </p:spPr>
      </p:pic>
      <p:sp>
        <p:nvSpPr>
          <p:cNvPr id="4" name="Title" hidden="1"/>
          <p:cNvSpPr>
            <a:spLocks noGrp="1"/>
          </p:cNvSpPr>
          <p:nvPr>
            <p:ph type="title"/>
          </p:nvPr>
        </p:nvSpPr>
        <p:spPr/>
        <p:txBody>
          <a:bodyPr/>
          <a:lstStyle/>
          <a:p>
            <a:r>
              <a:t>Slide 5</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TotalTime>
  <Words>443</Words>
  <Application>Microsoft Office PowerPoint</Application>
  <PresentationFormat>Widescreen</PresentationFormat>
  <Paragraphs>243</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Custom Design</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Rajdip Dutta</cp:lastModifiedBy>
  <cp:revision>5</cp:revision>
  <dcterms:created xsi:type="dcterms:W3CDTF">2016-09-04T11:54:55Z</dcterms:created>
  <dcterms:modified xsi:type="dcterms:W3CDTF">2025-11-15T09:30:30Z</dcterms:modified>
</cp:coreProperties>
</file>